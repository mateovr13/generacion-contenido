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9144000" cx="6858000"/>
  <p:notesSz cx="11309350" cy="20104100"/>
  <p:embeddedFontLst>
    <p:embeddedFont>
      <p:font typeface="Open Sans"/>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329">
          <p15:clr>
            <a:srgbClr val="A4A3A4"/>
          </p15:clr>
        </p15:guide>
        <p15:guide id="2" pos="737">
          <p15:clr>
            <a:srgbClr val="A4A3A4"/>
          </p15:clr>
        </p15:guide>
      </p15:sldGuideLst>
    </p:ext>
    <p:ext uri="http://customooxmlschemas.google.com/">
      <go:slidesCustomData xmlns:go="http://customooxmlschemas.google.com/" r:id="rId11" roundtripDataSignature="AMtx7mghSSh3GIZr2MUe0IEyz5GHffRf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329" orient="horz"/>
        <p:guide pos="737"/>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customschemas.google.com/relationships/presentationmetadata" Target="metadata"/><Relationship Id="rId10" Type="http://schemas.openxmlformats.org/officeDocument/2006/relationships/font" Target="fonts/OpenSans-boldItalic.fntdata"/><Relationship Id="rId9" Type="http://schemas.openxmlformats.org/officeDocument/2006/relationships/font" Target="fonts/Open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OpenSans-regular.fntdata"/><Relationship Id="rId8" Type="http://schemas.openxmlformats.org/officeDocument/2006/relationships/font" Target="fonts/Open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885250" y="1507800"/>
            <a:ext cx="7539925" cy="7539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130925" y="9549425"/>
            <a:ext cx="9047475" cy="90468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txBox="1"/>
          <p:nvPr>
            <p:ph idx="1" type="body"/>
          </p:nvPr>
        </p:nvSpPr>
        <p:spPr>
          <a:xfrm>
            <a:off x="1130925" y="9549425"/>
            <a:ext cx="9047475" cy="9046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notes"/>
          <p:cNvSpPr/>
          <p:nvPr>
            <p:ph idx="2" type="sldImg"/>
          </p:nvPr>
        </p:nvSpPr>
        <p:spPr>
          <a:xfrm>
            <a:off x="1885250" y="1507800"/>
            <a:ext cx="7539925" cy="75390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1" name="Shape 11"/>
        <p:cNvGrpSpPr/>
        <p:nvPr/>
      </p:nvGrpSpPr>
      <p:grpSpPr>
        <a:xfrm>
          <a:off x="0" y="0"/>
          <a:ext cx="0" cy="0"/>
          <a:chOff x="0" y="0"/>
          <a:chExt cx="0" cy="0"/>
        </a:xfrm>
      </p:grpSpPr>
      <p:sp>
        <p:nvSpPr>
          <p:cNvPr id="12" name="Google Shape;12;p3"/>
          <p:cNvSpPr txBox="1"/>
          <p:nvPr>
            <p:ph idx="11" type="ftr"/>
          </p:nvPr>
        </p:nvSpPr>
        <p:spPr>
          <a:xfrm>
            <a:off x="2331720" y="8503921"/>
            <a:ext cx="2194560" cy="141129"/>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
          <p:cNvSpPr txBox="1"/>
          <p:nvPr>
            <p:ph idx="10" type="dt"/>
          </p:nvPr>
        </p:nvSpPr>
        <p:spPr>
          <a:xfrm>
            <a:off x="342900" y="8503921"/>
            <a:ext cx="1577340" cy="1411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
          <p:cNvSpPr txBox="1"/>
          <p:nvPr>
            <p:ph idx="12" type="sldNum"/>
          </p:nvPr>
        </p:nvSpPr>
        <p:spPr>
          <a:xfrm>
            <a:off x="4937761" y="8503921"/>
            <a:ext cx="1577340" cy="141129"/>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b="0" i="0" sz="917" u="none" cap="none" strike="noStrik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 name="Shape 15"/>
        <p:cNvGrpSpPr/>
        <p:nvPr/>
      </p:nvGrpSpPr>
      <p:grpSpPr>
        <a:xfrm>
          <a:off x="0" y="0"/>
          <a:ext cx="0" cy="0"/>
          <a:chOff x="0" y="0"/>
          <a:chExt cx="0" cy="0"/>
        </a:xfrm>
      </p:grpSpPr>
      <p:sp>
        <p:nvSpPr>
          <p:cNvPr id="16" name="Google Shape;16;p4"/>
          <p:cNvSpPr txBox="1"/>
          <p:nvPr>
            <p:ph type="ctrTitle"/>
          </p:nvPr>
        </p:nvSpPr>
        <p:spPr>
          <a:xfrm>
            <a:off x="514350" y="2834640"/>
            <a:ext cx="582930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
          <p:cNvSpPr txBox="1"/>
          <p:nvPr>
            <p:ph idx="1" type="subTitle"/>
          </p:nvPr>
        </p:nvSpPr>
        <p:spPr>
          <a:xfrm>
            <a:off x="1028700" y="5120640"/>
            <a:ext cx="480060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4"/>
          <p:cNvSpPr txBox="1"/>
          <p:nvPr>
            <p:ph idx="11" type="ftr"/>
          </p:nvPr>
        </p:nvSpPr>
        <p:spPr>
          <a:xfrm>
            <a:off x="2331720" y="8503921"/>
            <a:ext cx="2194560" cy="141129"/>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
          <p:cNvSpPr txBox="1"/>
          <p:nvPr>
            <p:ph idx="10" type="dt"/>
          </p:nvPr>
        </p:nvSpPr>
        <p:spPr>
          <a:xfrm>
            <a:off x="342900" y="8503921"/>
            <a:ext cx="1577340" cy="1411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
          <p:cNvSpPr txBox="1"/>
          <p:nvPr>
            <p:ph idx="12" type="sldNum"/>
          </p:nvPr>
        </p:nvSpPr>
        <p:spPr>
          <a:xfrm>
            <a:off x="4937761" y="8503921"/>
            <a:ext cx="1577340" cy="141129"/>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917">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5"/>
          <p:cNvSpPr txBox="1"/>
          <p:nvPr>
            <p:ph type="title"/>
          </p:nvPr>
        </p:nvSpPr>
        <p:spPr>
          <a:xfrm>
            <a:off x="342900" y="365760"/>
            <a:ext cx="617220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
          <p:cNvSpPr txBox="1"/>
          <p:nvPr>
            <p:ph idx="1" type="body"/>
          </p:nvPr>
        </p:nvSpPr>
        <p:spPr>
          <a:xfrm>
            <a:off x="342900" y="2103120"/>
            <a:ext cx="6172200" cy="27699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 name="Google Shape;24;p5"/>
          <p:cNvSpPr txBox="1"/>
          <p:nvPr>
            <p:ph idx="11" type="ftr"/>
          </p:nvPr>
        </p:nvSpPr>
        <p:spPr>
          <a:xfrm>
            <a:off x="2331720" y="8503921"/>
            <a:ext cx="2194560" cy="141129"/>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
          <p:cNvSpPr txBox="1"/>
          <p:nvPr>
            <p:ph idx="10" type="dt"/>
          </p:nvPr>
        </p:nvSpPr>
        <p:spPr>
          <a:xfrm>
            <a:off x="342900" y="8503921"/>
            <a:ext cx="1577340" cy="1411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
          <p:cNvSpPr txBox="1"/>
          <p:nvPr>
            <p:ph idx="12" type="sldNum"/>
          </p:nvPr>
        </p:nvSpPr>
        <p:spPr>
          <a:xfrm>
            <a:off x="4937761" y="8503921"/>
            <a:ext cx="1577340" cy="141129"/>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917">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7" name="Shape 27"/>
        <p:cNvGrpSpPr/>
        <p:nvPr/>
      </p:nvGrpSpPr>
      <p:grpSpPr>
        <a:xfrm>
          <a:off x="0" y="0"/>
          <a:ext cx="0" cy="0"/>
          <a:chOff x="0" y="0"/>
          <a:chExt cx="0" cy="0"/>
        </a:xfrm>
      </p:grpSpPr>
      <p:sp>
        <p:nvSpPr>
          <p:cNvPr id="28" name="Google Shape;28;p6"/>
          <p:cNvSpPr txBox="1"/>
          <p:nvPr>
            <p:ph type="title"/>
          </p:nvPr>
        </p:nvSpPr>
        <p:spPr>
          <a:xfrm>
            <a:off x="342900" y="365760"/>
            <a:ext cx="617220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
          <p:cNvSpPr txBox="1"/>
          <p:nvPr>
            <p:ph idx="1" type="body"/>
          </p:nvPr>
        </p:nvSpPr>
        <p:spPr>
          <a:xfrm>
            <a:off x="342900" y="2103120"/>
            <a:ext cx="2983230" cy="27699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 name="Google Shape;30;p6"/>
          <p:cNvSpPr txBox="1"/>
          <p:nvPr>
            <p:ph idx="2" type="body"/>
          </p:nvPr>
        </p:nvSpPr>
        <p:spPr>
          <a:xfrm>
            <a:off x="3531870" y="2103120"/>
            <a:ext cx="2983230" cy="27699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6"/>
          <p:cNvSpPr txBox="1"/>
          <p:nvPr>
            <p:ph idx="11" type="ftr"/>
          </p:nvPr>
        </p:nvSpPr>
        <p:spPr>
          <a:xfrm>
            <a:off x="2331720" y="8503921"/>
            <a:ext cx="2194560" cy="141129"/>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
          <p:cNvSpPr txBox="1"/>
          <p:nvPr>
            <p:ph idx="10" type="dt"/>
          </p:nvPr>
        </p:nvSpPr>
        <p:spPr>
          <a:xfrm>
            <a:off x="342900" y="8503921"/>
            <a:ext cx="1577340" cy="1411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6"/>
          <p:cNvSpPr txBox="1"/>
          <p:nvPr>
            <p:ph idx="12" type="sldNum"/>
          </p:nvPr>
        </p:nvSpPr>
        <p:spPr>
          <a:xfrm>
            <a:off x="4937761" y="8503921"/>
            <a:ext cx="1577340" cy="141129"/>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917">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 name="Shape 34"/>
        <p:cNvGrpSpPr/>
        <p:nvPr/>
      </p:nvGrpSpPr>
      <p:grpSpPr>
        <a:xfrm>
          <a:off x="0" y="0"/>
          <a:ext cx="0" cy="0"/>
          <a:chOff x="0" y="0"/>
          <a:chExt cx="0" cy="0"/>
        </a:xfrm>
      </p:grpSpPr>
      <p:sp>
        <p:nvSpPr>
          <p:cNvPr id="35" name="Google Shape;35;p7"/>
          <p:cNvSpPr txBox="1"/>
          <p:nvPr>
            <p:ph type="title"/>
          </p:nvPr>
        </p:nvSpPr>
        <p:spPr>
          <a:xfrm>
            <a:off x="342900" y="365760"/>
            <a:ext cx="617220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7"/>
          <p:cNvSpPr txBox="1"/>
          <p:nvPr>
            <p:ph idx="11" type="ftr"/>
          </p:nvPr>
        </p:nvSpPr>
        <p:spPr>
          <a:xfrm>
            <a:off x="2331720" y="8503921"/>
            <a:ext cx="2194560" cy="141129"/>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7"/>
          <p:cNvSpPr txBox="1"/>
          <p:nvPr>
            <p:ph idx="10" type="dt"/>
          </p:nvPr>
        </p:nvSpPr>
        <p:spPr>
          <a:xfrm>
            <a:off x="342900" y="8503921"/>
            <a:ext cx="1577340" cy="1411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7"/>
          <p:cNvSpPr txBox="1"/>
          <p:nvPr>
            <p:ph idx="12" type="sldNum"/>
          </p:nvPr>
        </p:nvSpPr>
        <p:spPr>
          <a:xfrm>
            <a:off x="4937761" y="8503921"/>
            <a:ext cx="1577340" cy="141129"/>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917">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42900" y="365760"/>
            <a:ext cx="6172200" cy="27699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
          <p:cNvSpPr txBox="1"/>
          <p:nvPr>
            <p:ph idx="1" type="body"/>
          </p:nvPr>
        </p:nvSpPr>
        <p:spPr>
          <a:xfrm>
            <a:off x="342900" y="2103120"/>
            <a:ext cx="6172200" cy="276999"/>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2"/>
          <p:cNvSpPr txBox="1"/>
          <p:nvPr>
            <p:ph idx="11" type="ftr"/>
          </p:nvPr>
        </p:nvSpPr>
        <p:spPr>
          <a:xfrm>
            <a:off x="2331720" y="8503921"/>
            <a:ext cx="2194560" cy="141129"/>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917"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917"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917"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917"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917"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917"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917"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917"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917" u="none" cap="none" strike="noStrike">
                <a:solidFill>
                  <a:schemeClr val="dk1"/>
                </a:solidFill>
                <a:latin typeface="Calibri"/>
                <a:ea typeface="Calibri"/>
                <a:cs typeface="Calibri"/>
                <a:sym typeface="Calibri"/>
              </a:defRPr>
            </a:lvl9pPr>
          </a:lstStyle>
          <a:p/>
        </p:txBody>
      </p:sp>
      <p:sp>
        <p:nvSpPr>
          <p:cNvPr id="9" name="Google Shape;9;p2"/>
          <p:cNvSpPr txBox="1"/>
          <p:nvPr>
            <p:ph idx="10" type="dt"/>
          </p:nvPr>
        </p:nvSpPr>
        <p:spPr>
          <a:xfrm>
            <a:off x="342900" y="8503921"/>
            <a:ext cx="1577340" cy="14112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917"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917"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917"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917"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917"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917"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917"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917"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917"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4937761" y="8503921"/>
            <a:ext cx="1577340" cy="141129"/>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917" u="none" cap="none" strike="noStrike">
                <a:solidFill>
                  <a:srgbClr val="888888"/>
                </a:solidFill>
                <a:latin typeface="Calibri"/>
                <a:ea typeface="Calibri"/>
                <a:cs typeface="Calibri"/>
                <a:sym typeface="Calibri"/>
              </a:defRPr>
            </a:lvl1pPr>
            <a:lvl2pPr indent="0" lvl="1" marL="0" marR="0" rtl="0" algn="r">
              <a:spcBef>
                <a:spcPts val="0"/>
              </a:spcBef>
              <a:buNone/>
              <a:defRPr b="0" i="0" sz="917" u="none" cap="none" strike="noStrike">
                <a:solidFill>
                  <a:srgbClr val="888888"/>
                </a:solidFill>
                <a:latin typeface="Calibri"/>
                <a:ea typeface="Calibri"/>
                <a:cs typeface="Calibri"/>
                <a:sym typeface="Calibri"/>
              </a:defRPr>
            </a:lvl2pPr>
            <a:lvl3pPr indent="0" lvl="2" marL="0" marR="0" rtl="0" algn="r">
              <a:spcBef>
                <a:spcPts val="0"/>
              </a:spcBef>
              <a:buNone/>
              <a:defRPr b="0" i="0" sz="917" u="none" cap="none" strike="noStrike">
                <a:solidFill>
                  <a:srgbClr val="888888"/>
                </a:solidFill>
                <a:latin typeface="Calibri"/>
                <a:ea typeface="Calibri"/>
                <a:cs typeface="Calibri"/>
                <a:sym typeface="Calibri"/>
              </a:defRPr>
            </a:lvl3pPr>
            <a:lvl4pPr indent="0" lvl="3" marL="0" marR="0" rtl="0" algn="r">
              <a:spcBef>
                <a:spcPts val="0"/>
              </a:spcBef>
              <a:buNone/>
              <a:defRPr b="0" i="0" sz="917" u="none" cap="none" strike="noStrike">
                <a:solidFill>
                  <a:srgbClr val="888888"/>
                </a:solidFill>
                <a:latin typeface="Calibri"/>
                <a:ea typeface="Calibri"/>
                <a:cs typeface="Calibri"/>
                <a:sym typeface="Calibri"/>
              </a:defRPr>
            </a:lvl4pPr>
            <a:lvl5pPr indent="0" lvl="4" marL="0" marR="0" rtl="0" algn="r">
              <a:spcBef>
                <a:spcPts val="0"/>
              </a:spcBef>
              <a:buNone/>
              <a:defRPr b="0" i="0" sz="917" u="none" cap="none" strike="noStrike">
                <a:solidFill>
                  <a:srgbClr val="888888"/>
                </a:solidFill>
                <a:latin typeface="Calibri"/>
                <a:ea typeface="Calibri"/>
                <a:cs typeface="Calibri"/>
                <a:sym typeface="Calibri"/>
              </a:defRPr>
            </a:lvl5pPr>
            <a:lvl6pPr indent="0" lvl="5" marL="0" marR="0" rtl="0" algn="r">
              <a:spcBef>
                <a:spcPts val="0"/>
              </a:spcBef>
              <a:buNone/>
              <a:defRPr b="0" i="0" sz="917" u="none" cap="none" strike="noStrike">
                <a:solidFill>
                  <a:srgbClr val="888888"/>
                </a:solidFill>
                <a:latin typeface="Calibri"/>
                <a:ea typeface="Calibri"/>
                <a:cs typeface="Calibri"/>
                <a:sym typeface="Calibri"/>
              </a:defRPr>
            </a:lvl6pPr>
            <a:lvl7pPr indent="0" lvl="6" marL="0" marR="0" rtl="0" algn="r">
              <a:spcBef>
                <a:spcPts val="0"/>
              </a:spcBef>
              <a:buNone/>
              <a:defRPr b="0" i="0" sz="917" u="none" cap="none" strike="noStrike">
                <a:solidFill>
                  <a:srgbClr val="888888"/>
                </a:solidFill>
                <a:latin typeface="Calibri"/>
                <a:ea typeface="Calibri"/>
                <a:cs typeface="Calibri"/>
                <a:sym typeface="Calibri"/>
              </a:defRPr>
            </a:lvl7pPr>
            <a:lvl8pPr indent="0" lvl="7" marL="0" marR="0" rtl="0" algn="r">
              <a:spcBef>
                <a:spcPts val="0"/>
              </a:spcBef>
              <a:buNone/>
              <a:defRPr b="0" i="0" sz="917" u="none" cap="none" strike="noStrike">
                <a:solidFill>
                  <a:srgbClr val="888888"/>
                </a:solidFill>
                <a:latin typeface="Calibri"/>
                <a:ea typeface="Calibri"/>
                <a:cs typeface="Calibri"/>
                <a:sym typeface="Calibri"/>
              </a:defRPr>
            </a:lvl8pPr>
            <a:lvl9pPr indent="0" lvl="8" marL="0" marR="0" rtl="0" algn="r">
              <a:spcBef>
                <a:spcPts val="0"/>
              </a:spcBef>
              <a:buNone/>
              <a:defRPr b="0" i="0" sz="917"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image" Target="../media/image6.jp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png"/><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2" name="Shape 42"/>
        <p:cNvGrpSpPr/>
        <p:nvPr/>
      </p:nvGrpSpPr>
      <p:grpSpPr>
        <a:xfrm>
          <a:off x="0" y="0"/>
          <a:ext cx="0" cy="0"/>
          <a:chOff x="0" y="0"/>
          <a:chExt cx="0" cy="0"/>
        </a:xfrm>
      </p:grpSpPr>
      <p:sp>
        <p:nvSpPr>
          <p:cNvPr id="43" name="Google Shape;43;p1"/>
          <p:cNvSpPr txBox="1"/>
          <p:nvPr/>
        </p:nvSpPr>
        <p:spPr>
          <a:xfrm>
            <a:off x="533400" y="4595463"/>
            <a:ext cx="1523519" cy="250377"/>
          </a:xfrm>
          <a:prstGeom prst="rect">
            <a:avLst/>
          </a:prstGeom>
          <a:noFill/>
          <a:ln>
            <a:noFill/>
          </a:ln>
        </p:spPr>
        <p:txBody>
          <a:bodyPr anchorCtr="0" anchor="t" bIns="0" lIns="0" spcFirstLastPara="1" rIns="0" wrap="square" tIns="4100">
            <a:spAutoFit/>
          </a:bodyPr>
          <a:lstStyle/>
          <a:p>
            <a:pPr indent="0" lvl="0" marL="4332" marR="0" rtl="0" algn="l">
              <a:spcBef>
                <a:spcPts val="0"/>
              </a:spcBef>
              <a:spcAft>
                <a:spcPts val="0"/>
              </a:spcAft>
              <a:buNone/>
            </a:pPr>
            <a:r>
              <a:rPr b="1" i="0" lang="en-US" sz="1600" u="none" cap="none" strike="noStrike">
                <a:solidFill>
                  <a:srgbClr val="1D1D1B"/>
                </a:solidFill>
                <a:latin typeface="Arial"/>
                <a:ea typeface="Arial"/>
                <a:cs typeface="Arial"/>
                <a:sym typeface="Arial"/>
              </a:rPr>
              <a:t>Educación</a:t>
            </a:r>
            <a:endParaRPr b="1" i="0" sz="1600" u="none" cap="none" strike="noStrike">
              <a:solidFill>
                <a:schemeClr val="dk1"/>
              </a:solidFill>
              <a:latin typeface="Arial"/>
              <a:ea typeface="Arial"/>
              <a:cs typeface="Arial"/>
              <a:sym typeface="Arial"/>
            </a:endParaRPr>
          </a:p>
        </p:txBody>
      </p:sp>
      <p:sp>
        <p:nvSpPr>
          <p:cNvPr id="44" name="Google Shape;44;p1"/>
          <p:cNvSpPr txBox="1"/>
          <p:nvPr/>
        </p:nvSpPr>
        <p:spPr>
          <a:xfrm>
            <a:off x="3863082" y="4582858"/>
            <a:ext cx="1411331" cy="250377"/>
          </a:xfrm>
          <a:prstGeom prst="rect">
            <a:avLst/>
          </a:prstGeom>
          <a:noFill/>
          <a:ln>
            <a:noFill/>
          </a:ln>
        </p:spPr>
        <p:txBody>
          <a:bodyPr anchorCtr="0" anchor="t" bIns="0" lIns="0" spcFirstLastPara="1" rIns="0" wrap="square" tIns="4100">
            <a:spAutoFit/>
          </a:bodyPr>
          <a:lstStyle/>
          <a:p>
            <a:pPr indent="0" lvl="0" marL="4332" marR="0" rtl="0" algn="l">
              <a:spcBef>
                <a:spcPts val="0"/>
              </a:spcBef>
              <a:spcAft>
                <a:spcPts val="0"/>
              </a:spcAft>
              <a:buNone/>
            </a:pPr>
            <a:r>
              <a:rPr b="1" i="0" lang="en-US" sz="1600" u="none" cap="none" strike="noStrike">
                <a:solidFill>
                  <a:srgbClr val="1D1D1B"/>
                </a:solidFill>
                <a:latin typeface="Arial"/>
                <a:ea typeface="Arial"/>
                <a:cs typeface="Arial"/>
                <a:sym typeface="Arial"/>
              </a:rPr>
              <a:t>Experiencia</a:t>
            </a:r>
            <a:endParaRPr b="1" i="0" sz="1600" u="none" cap="none" strike="noStrike">
              <a:solidFill>
                <a:schemeClr val="dk1"/>
              </a:solidFill>
              <a:latin typeface="Arial"/>
              <a:ea typeface="Arial"/>
              <a:cs typeface="Arial"/>
              <a:sym typeface="Arial"/>
            </a:endParaRPr>
          </a:p>
        </p:txBody>
      </p:sp>
      <p:sp>
        <p:nvSpPr>
          <p:cNvPr id="45" name="Google Shape;45;p1"/>
          <p:cNvSpPr txBox="1"/>
          <p:nvPr/>
        </p:nvSpPr>
        <p:spPr>
          <a:xfrm>
            <a:off x="533400" y="6918040"/>
            <a:ext cx="1669292" cy="250377"/>
          </a:xfrm>
          <a:prstGeom prst="rect">
            <a:avLst/>
          </a:prstGeom>
          <a:noFill/>
          <a:ln>
            <a:noFill/>
          </a:ln>
        </p:spPr>
        <p:txBody>
          <a:bodyPr anchorCtr="0" anchor="t" bIns="0" lIns="0" spcFirstLastPara="1" rIns="0" wrap="square" tIns="4100">
            <a:spAutoFit/>
          </a:bodyPr>
          <a:lstStyle/>
          <a:p>
            <a:pPr indent="0" lvl="0" marL="4332" marR="0" rtl="0" algn="l">
              <a:spcBef>
                <a:spcPts val="0"/>
              </a:spcBef>
              <a:spcAft>
                <a:spcPts val="0"/>
              </a:spcAft>
              <a:buNone/>
            </a:pPr>
            <a:r>
              <a:rPr b="1" i="0" lang="en-US" sz="1600" u="none" cap="none" strike="noStrike">
                <a:solidFill>
                  <a:srgbClr val="1D1D1B"/>
                </a:solidFill>
                <a:latin typeface="Arial"/>
                <a:ea typeface="Arial"/>
                <a:cs typeface="Arial"/>
                <a:sym typeface="Arial"/>
              </a:rPr>
              <a:t>Publicaciones</a:t>
            </a:r>
            <a:endParaRPr b="1" i="0" sz="1600" u="none" cap="none" strike="noStrike">
              <a:solidFill>
                <a:schemeClr val="dk1"/>
              </a:solidFill>
              <a:latin typeface="Arial"/>
              <a:ea typeface="Arial"/>
              <a:cs typeface="Arial"/>
              <a:sym typeface="Arial"/>
            </a:endParaRPr>
          </a:p>
        </p:txBody>
      </p:sp>
      <p:sp>
        <p:nvSpPr>
          <p:cNvPr id="46" name="Google Shape;46;p1"/>
          <p:cNvSpPr txBox="1"/>
          <p:nvPr/>
        </p:nvSpPr>
        <p:spPr>
          <a:xfrm flipH="1" rot="-5400000">
            <a:off x="-1177462" y="1075497"/>
            <a:ext cx="2563134" cy="97801"/>
          </a:xfrm>
          <a:prstGeom prst="rect">
            <a:avLst/>
          </a:prstGeom>
          <a:noFill/>
          <a:ln>
            <a:noFill/>
          </a:ln>
        </p:spPr>
        <p:txBody>
          <a:bodyPr anchorCtr="0" anchor="t" bIns="0" lIns="0" spcFirstLastPara="1" rIns="0" wrap="square" tIns="5400">
            <a:spAutoFit/>
          </a:bodyPr>
          <a:lstStyle/>
          <a:p>
            <a:pPr indent="0" lvl="0" marL="4332" marR="0" rtl="0" algn="l">
              <a:spcBef>
                <a:spcPts val="0"/>
              </a:spcBef>
              <a:spcAft>
                <a:spcPts val="0"/>
              </a:spcAft>
              <a:buNone/>
            </a:pPr>
            <a:r>
              <a:rPr b="0" i="0" lang="en-US" sz="600" u="none" cap="none" strike="noStrike">
                <a:solidFill>
                  <a:schemeClr val="lt1"/>
                </a:solidFill>
                <a:latin typeface="Open Sans"/>
                <a:ea typeface="Open Sans"/>
                <a:cs typeface="Open Sans"/>
                <a:sym typeface="Open Sans"/>
              </a:rPr>
              <a:t>Fundación Universidad de América - Vigilada MinEducación</a:t>
            </a:r>
            <a:endParaRPr b="0" i="0" sz="600" u="none" cap="none" strike="noStrike">
              <a:solidFill>
                <a:schemeClr val="lt1"/>
              </a:solidFill>
              <a:latin typeface="Open Sans"/>
              <a:ea typeface="Open Sans"/>
              <a:cs typeface="Open Sans"/>
              <a:sym typeface="Open Sans"/>
            </a:endParaRPr>
          </a:p>
        </p:txBody>
      </p:sp>
      <p:sp>
        <p:nvSpPr>
          <p:cNvPr id="47" name="Google Shape;47;p1"/>
          <p:cNvSpPr txBox="1"/>
          <p:nvPr/>
        </p:nvSpPr>
        <p:spPr>
          <a:xfrm>
            <a:off x="3792919" y="6918039"/>
            <a:ext cx="2531682" cy="250377"/>
          </a:xfrm>
          <a:prstGeom prst="rect">
            <a:avLst/>
          </a:prstGeom>
          <a:noFill/>
          <a:ln>
            <a:noFill/>
          </a:ln>
        </p:spPr>
        <p:txBody>
          <a:bodyPr anchorCtr="0" anchor="t" bIns="0" lIns="0" spcFirstLastPara="1" rIns="0" wrap="square" tIns="4100">
            <a:spAutoFit/>
          </a:bodyPr>
          <a:lstStyle/>
          <a:p>
            <a:pPr indent="0" lvl="0" marL="4332" marR="0" rtl="0" algn="l">
              <a:spcBef>
                <a:spcPts val="0"/>
              </a:spcBef>
              <a:spcAft>
                <a:spcPts val="0"/>
              </a:spcAft>
              <a:buNone/>
            </a:pPr>
            <a:r>
              <a:rPr b="1" i="0" lang="en-US" sz="1600" u="none" cap="none" strike="noStrike">
                <a:solidFill>
                  <a:srgbClr val="1D1D1B"/>
                </a:solidFill>
                <a:latin typeface="Arial"/>
                <a:ea typeface="Arial"/>
                <a:cs typeface="Arial"/>
                <a:sym typeface="Arial"/>
              </a:rPr>
              <a:t>Sistemas de referencia</a:t>
            </a:r>
            <a:endParaRPr b="1" i="0" sz="1600" u="none" cap="none" strike="noStrike">
              <a:solidFill>
                <a:schemeClr val="dk1"/>
              </a:solidFill>
              <a:latin typeface="Arial"/>
              <a:ea typeface="Arial"/>
              <a:cs typeface="Arial"/>
              <a:sym typeface="Arial"/>
            </a:endParaRPr>
          </a:p>
        </p:txBody>
      </p:sp>
      <p:sp>
        <p:nvSpPr>
          <p:cNvPr id="48" name="Google Shape;48;p1"/>
          <p:cNvSpPr txBox="1"/>
          <p:nvPr/>
        </p:nvSpPr>
        <p:spPr>
          <a:xfrm>
            <a:off x="533400" y="4914217"/>
            <a:ext cx="2698999" cy="1236574"/>
          </a:xfrm>
          <a:prstGeom prst="rect">
            <a:avLst/>
          </a:prstGeom>
          <a:noFill/>
          <a:ln>
            <a:noFill/>
          </a:ln>
        </p:spPr>
        <p:txBody>
          <a:bodyPr anchorCtr="0" anchor="t" bIns="0" lIns="0" spcFirstLastPara="1" rIns="0" wrap="square" tIns="5400">
            <a:spAutoFit/>
          </a:bodyPr>
          <a:lstStyle/>
          <a:p>
            <a:pPr indent="0" lvl="0" marL="4332" marR="0" rtl="0" algn="l">
              <a:spcBef>
                <a:spcPts val="0"/>
              </a:spcBef>
              <a:spcAft>
                <a:spcPts val="0"/>
              </a:spcAft>
              <a:buNone/>
            </a:pPr>
            <a:r>
              <a:rPr b="0" i="0" lang="en-US" sz="1000" u="none" cap="none" strike="noStrike">
                <a:solidFill>
                  <a:schemeClr val="dk1"/>
                </a:solidFill>
                <a:latin typeface="Arial"/>
                <a:ea typeface="Arial"/>
                <a:cs typeface="Arial"/>
                <a:sym typeface="Arial"/>
              </a:rPr>
              <a:t>Lorem ipsum dolor sit amet, consectetur adipiscing elit. Sed sit amet tortor id mi sagittis finibus eget vel quam. Sed lacinia malesuada mollis. Nunc fermentum vel arcu pharetra lacinia. Nulla nec augue at lectus fermentum commodo sit amet sit amet nulla. Aenean sit amet congue mi. Suspendisse vehicula facilisis enim, sed ullamcorper sapien.</a:t>
            </a:r>
            <a:endParaRPr b="0" i="0" sz="1000" u="none" cap="none" strike="noStrike">
              <a:solidFill>
                <a:schemeClr val="dk1"/>
              </a:solidFill>
              <a:latin typeface="Arial"/>
              <a:ea typeface="Arial"/>
              <a:cs typeface="Arial"/>
              <a:sym typeface="Arial"/>
            </a:endParaRPr>
          </a:p>
        </p:txBody>
      </p:sp>
      <p:sp>
        <p:nvSpPr>
          <p:cNvPr id="49" name="Google Shape;49;p1"/>
          <p:cNvSpPr txBox="1"/>
          <p:nvPr/>
        </p:nvSpPr>
        <p:spPr>
          <a:xfrm>
            <a:off x="2511347" y="2455137"/>
            <a:ext cx="41148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lt1"/>
                </a:solidFill>
                <a:latin typeface="Arial"/>
                <a:ea typeface="Arial"/>
                <a:cs typeface="Arial"/>
                <a:sym typeface="Arial"/>
              </a:rPr>
              <a:t>nombre.apellido@profesores.uamerica.edu.co</a:t>
            </a:r>
            <a:endParaRPr/>
          </a:p>
        </p:txBody>
      </p:sp>
      <p:sp>
        <p:nvSpPr>
          <p:cNvPr id="50" name="Google Shape;50;p1"/>
          <p:cNvSpPr txBox="1"/>
          <p:nvPr/>
        </p:nvSpPr>
        <p:spPr>
          <a:xfrm>
            <a:off x="2873831" y="1631046"/>
            <a:ext cx="3845597" cy="424143"/>
          </a:xfrm>
          <a:prstGeom prst="rect">
            <a:avLst/>
          </a:prstGeom>
          <a:noFill/>
          <a:ln>
            <a:noFill/>
          </a:ln>
        </p:spPr>
        <p:txBody>
          <a:bodyPr anchorCtr="0" anchor="t" bIns="0" lIns="0" spcFirstLastPara="1" rIns="0" wrap="square" tIns="4100">
            <a:spAutoFit/>
          </a:bodyPr>
          <a:lstStyle/>
          <a:p>
            <a:pPr indent="0" lvl="0" marL="0" marR="0" rtl="0" algn="l">
              <a:lnSpc>
                <a:spcPct val="100000"/>
              </a:lnSpc>
              <a:spcBef>
                <a:spcPts val="0"/>
              </a:spcBef>
              <a:spcAft>
                <a:spcPts val="0"/>
              </a:spcAft>
              <a:buNone/>
            </a:pPr>
            <a:r>
              <a:rPr lang="en-US" sz="2729">
                <a:solidFill>
                  <a:schemeClr val="lt1"/>
                </a:solidFill>
                <a:latin typeface="Arial"/>
                <a:ea typeface="Arial"/>
                <a:cs typeface="Arial"/>
                <a:sym typeface="Arial"/>
              </a:rPr>
              <a:t>Nombre Apellidos</a:t>
            </a:r>
            <a:endParaRPr sz="2729">
              <a:solidFill>
                <a:schemeClr val="lt1"/>
              </a:solidFill>
              <a:latin typeface="Arial"/>
              <a:ea typeface="Arial"/>
              <a:cs typeface="Arial"/>
              <a:sym typeface="Arial"/>
            </a:endParaRPr>
          </a:p>
        </p:txBody>
      </p:sp>
      <p:sp>
        <p:nvSpPr>
          <p:cNvPr id="51" name="Google Shape;51;p1"/>
          <p:cNvSpPr txBox="1"/>
          <p:nvPr/>
        </p:nvSpPr>
        <p:spPr>
          <a:xfrm>
            <a:off x="533399" y="3145140"/>
            <a:ext cx="1752601" cy="250377"/>
          </a:xfrm>
          <a:prstGeom prst="rect">
            <a:avLst/>
          </a:prstGeom>
          <a:noFill/>
          <a:ln>
            <a:noFill/>
          </a:ln>
        </p:spPr>
        <p:txBody>
          <a:bodyPr anchorCtr="0" anchor="t" bIns="0" lIns="0" spcFirstLastPara="1" rIns="0" wrap="square" tIns="4100">
            <a:spAutoFit/>
          </a:bodyPr>
          <a:lstStyle/>
          <a:p>
            <a:pPr indent="0" lvl="0" marL="4332" marR="0" rtl="0" algn="l">
              <a:spcBef>
                <a:spcPts val="0"/>
              </a:spcBef>
              <a:spcAft>
                <a:spcPts val="0"/>
              </a:spcAft>
              <a:buNone/>
            </a:pPr>
            <a:r>
              <a:rPr b="1" lang="en-US" sz="1600">
                <a:solidFill>
                  <a:schemeClr val="dk1"/>
                </a:solidFill>
                <a:latin typeface="Arial"/>
                <a:ea typeface="Arial"/>
                <a:cs typeface="Arial"/>
                <a:sym typeface="Arial"/>
              </a:rPr>
              <a:t>Perfil profesional</a:t>
            </a:r>
            <a:endParaRPr b="1" sz="1600">
              <a:solidFill>
                <a:schemeClr val="dk1"/>
              </a:solidFill>
              <a:latin typeface="Arial"/>
              <a:ea typeface="Arial"/>
              <a:cs typeface="Arial"/>
              <a:sym typeface="Arial"/>
            </a:endParaRPr>
          </a:p>
        </p:txBody>
      </p:sp>
      <p:sp>
        <p:nvSpPr>
          <p:cNvPr id="52" name="Google Shape;52;p1"/>
          <p:cNvSpPr txBox="1"/>
          <p:nvPr/>
        </p:nvSpPr>
        <p:spPr>
          <a:xfrm>
            <a:off x="3868030" y="4875636"/>
            <a:ext cx="2698999" cy="1236574"/>
          </a:xfrm>
          <a:prstGeom prst="rect">
            <a:avLst/>
          </a:prstGeom>
          <a:noFill/>
          <a:ln>
            <a:noFill/>
          </a:ln>
        </p:spPr>
        <p:txBody>
          <a:bodyPr anchorCtr="0" anchor="t" bIns="0" lIns="0" spcFirstLastPara="1" rIns="0" wrap="square" tIns="5400">
            <a:spAutoFit/>
          </a:bodyPr>
          <a:lstStyle/>
          <a:p>
            <a:pPr indent="0" lvl="0" marL="4332" marR="0" rtl="0" algn="l">
              <a:spcBef>
                <a:spcPts val="0"/>
              </a:spcBef>
              <a:spcAft>
                <a:spcPts val="0"/>
              </a:spcAft>
              <a:buNone/>
            </a:pPr>
            <a:r>
              <a:rPr lang="en-US" sz="1000">
                <a:solidFill>
                  <a:schemeClr val="dk1"/>
                </a:solidFill>
                <a:latin typeface="Arial"/>
                <a:ea typeface="Arial"/>
                <a:cs typeface="Arial"/>
                <a:sym typeface="Arial"/>
              </a:rPr>
              <a:t>Lorem ipsum dolor sit amet, consectetur adipiscing elit. Sed sit amet tortor id mi sagittis finibus eget vel quam. Sed lacinia malesuada mollis. Nunc fermentum vel arcu pharetra lacinia. Nulla nec augue at lectus fermentum commodo sit amet sit amet nulla. Aenean sit amet congue mi. Suspendisse vehicula facilisis enim, sed ullamcorper sapien.</a:t>
            </a:r>
            <a:endParaRPr sz="1000">
              <a:solidFill>
                <a:schemeClr val="dk1"/>
              </a:solidFill>
              <a:latin typeface="Arial"/>
              <a:ea typeface="Arial"/>
              <a:cs typeface="Arial"/>
              <a:sym typeface="Arial"/>
            </a:endParaRPr>
          </a:p>
        </p:txBody>
      </p:sp>
      <p:sp>
        <p:nvSpPr>
          <p:cNvPr id="53" name="Google Shape;53;p1"/>
          <p:cNvSpPr txBox="1"/>
          <p:nvPr/>
        </p:nvSpPr>
        <p:spPr>
          <a:xfrm>
            <a:off x="533400" y="7196435"/>
            <a:ext cx="2698999" cy="1236574"/>
          </a:xfrm>
          <a:prstGeom prst="rect">
            <a:avLst/>
          </a:prstGeom>
          <a:noFill/>
          <a:ln>
            <a:noFill/>
          </a:ln>
        </p:spPr>
        <p:txBody>
          <a:bodyPr anchorCtr="0" anchor="t" bIns="0" lIns="0" spcFirstLastPara="1" rIns="0" wrap="square" tIns="5400">
            <a:spAutoFit/>
          </a:bodyPr>
          <a:lstStyle/>
          <a:p>
            <a:pPr indent="0" lvl="0" marL="4332" marR="0" rtl="0" algn="l">
              <a:spcBef>
                <a:spcPts val="0"/>
              </a:spcBef>
              <a:spcAft>
                <a:spcPts val="0"/>
              </a:spcAft>
              <a:buNone/>
            </a:pPr>
            <a:r>
              <a:rPr lang="en-US" sz="1000">
                <a:solidFill>
                  <a:schemeClr val="dk1"/>
                </a:solidFill>
                <a:latin typeface="Arial"/>
                <a:ea typeface="Arial"/>
                <a:cs typeface="Arial"/>
                <a:sym typeface="Arial"/>
              </a:rPr>
              <a:t>Lorem ipsum dolor sit amet, consectetur adipiscing elit. Sed sit amet tortor id mi sagittis finibus eget vel quam. Sed lacinia malesuada mollis. Nunc fermentum vel arcu pharetra lacinia. Nulla nec augue at lectus fermentum commodo sit amet sit amet nulla. Aenean sit amet congue mi. Suspendisse vehicula facilisis enim, sed ullamcorper sapien.</a:t>
            </a:r>
            <a:endParaRPr sz="1000">
              <a:solidFill>
                <a:schemeClr val="dk1"/>
              </a:solidFill>
              <a:latin typeface="Arial"/>
              <a:ea typeface="Arial"/>
              <a:cs typeface="Arial"/>
              <a:sym typeface="Arial"/>
            </a:endParaRPr>
          </a:p>
        </p:txBody>
      </p:sp>
      <p:sp>
        <p:nvSpPr>
          <p:cNvPr id="54" name="Google Shape;54;p1"/>
          <p:cNvSpPr txBox="1"/>
          <p:nvPr/>
        </p:nvSpPr>
        <p:spPr>
          <a:xfrm>
            <a:off x="3825139" y="7198742"/>
            <a:ext cx="2699100" cy="159300"/>
          </a:xfrm>
          <a:prstGeom prst="rect">
            <a:avLst/>
          </a:prstGeom>
          <a:noFill/>
          <a:ln>
            <a:noFill/>
          </a:ln>
        </p:spPr>
        <p:txBody>
          <a:bodyPr anchorCtr="0" anchor="t" bIns="0" lIns="0" spcFirstLastPara="1" rIns="0" wrap="square" tIns="5400">
            <a:spAutoFit/>
          </a:bodyPr>
          <a:lstStyle/>
          <a:p>
            <a:pPr indent="0" lvl="0" marL="4331" rtl="0" algn="l">
              <a:spcBef>
                <a:spcPts val="0"/>
              </a:spcBef>
              <a:spcAft>
                <a:spcPts val="0"/>
              </a:spcAft>
              <a:buClr>
                <a:schemeClr val="dk1"/>
              </a:buClr>
              <a:buFont typeface="Arial"/>
              <a:buNone/>
            </a:pPr>
            <a:r>
              <a:rPr lang="en-US" sz="1000">
                <a:solidFill>
                  <a:schemeClr val="dk1"/>
                </a:solidFill>
              </a:rPr>
              <a:t>(ORCID, CvLAC, etc.)</a:t>
            </a:r>
            <a:endParaRPr sz="1000">
              <a:solidFill>
                <a:schemeClr val="dk1"/>
              </a:solidFill>
            </a:endParaRPr>
          </a:p>
        </p:txBody>
      </p:sp>
      <p:sp>
        <p:nvSpPr>
          <p:cNvPr id="55" name="Google Shape;55;p1"/>
          <p:cNvSpPr txBox="1"/>
          <p:nvPr/>
        </p:nvSpPr>
        <p:spPr>
          <a:xfrm>
            <a:off x="533399" y="3391380"/>
            <a:ext cx="6186030" cy="621021"/>
          </a:xfrm>
          <a:prstGeom prst="rect">
            <a:avLst/>
          </a:prstGeom>
          <a:noFill/>
          <a:ln>
            <a:noFill/>
          </a:ln>
        </p:spPr>
        <p:txBody>
          <a:bodyPr anchorCtr="0" anchor="t" bIns="0" lIns="0" spcFirstLastPara="1" rIns="0" wrap="square" tIns="5400">
            <a:spAutoFit/>
          </a:bodyPr>
          <a:lstStyle/>
          <a:p>
            <a:pPr indent="0" lvl="0" marL="4332" marR="0" rtl="0" algn="l">
              <a:spcBef>
                <a:spcPts val="0"/>
              </a:spcBef>
              <a:spcAft>
                <a:spcPts val="0"/>
              </a:spcAft>
              <a:buNone/>
            </a:pPr>
            <a:r>
              <a:rPr lang="en-US" sz="1000">
                <a:solidFill>
                  <a:schemeClr val="dk1"/>
                </a:solidFill>
                <a:latin typeface="Arial"/>
                <a:ea typeface="Arial"/>
                <a:cs typeface="Arial"/>
                <a:sym typeface="Arial"/>
              </a:rPr>
              <a:t>Lorem ipsum dolor sit amet, consectetur adipiscing elit. Sed sit amet tortor id mi sagittis finibus eget vel quam. Sed lacinia malesuada mollis. Nunc fermentum vel arcu pharetra lacinia. Nulla nec augue at lectus fermentum commodo sit amet sit amet nulla. Aenean sit amet congue mi. Suspendisse vehicula facilisis enim, sed ullamcorper sapien.</a:t>
            </a:r>
            <a:endParaRPr sz="1000">
              <a:solidFill>
                <a:schemeClr val="dk1"/>
              </a:solidFill>
              <a:latin typeface="Arial"/>
              <a:ea typeface="Arial"/>
              <a:cs typeface="Arial"/>
              <a:sym typeface="Arial"/>
            </a:endParaRPr>
          </a:p>
        </p:txBody>
      </p:sp>
      <p:sp>
        <p:nvSpPr>
          <p:cNvPr id="56" name="Google Shape;56;p1"/>
          <p:cNvSpPr txBox="1"/>
          <p:nvPr/>
        </p:nvSpPr>
        <p:spPr>
          <a:xfrm>
            <a:off x="2793921" y="2022415"/>
            <a:ext cx="41148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rPr>
              <a:t>Docente</a:t>
            </a:r>
            <a:r>
              <a:rPr lang="en-US" sz="1200">
                <a:solidFill>
                  <a:schemeClr val="lt1"/>
                </a:solidFill>
                <a:latin typeface="Arial"/>
                <a:ea typeface="Arial"/>
                <a:cs typeface="Arial"/>
                <a:sym typeface="Arial"/>
              </a:rPr>
              <a:t> Facultad</a:t>
            </a:r>
            <a:endParaRPr/>
          </a:p>
        </p:txBody>
      </p:sp>
      <p:cxnSp>
        <p:nvCxnSpPr>
          <p:cNvPr id="57" name="Google Shape;57;p1"/>
          <p:cNvCxnSpPr/>
          <p:nvPr/>
        </p:nvCxnSpPr>
        <p:spPr>
          <a:xfrm>
            <a:off x="134872" y="4251040"/>
            <a:ext cx="6584557" cy="0"/>
          </a:xfrm>
          <a:prstGeom prst="straightConnector1">
            <a:avLst/>
          </a:prstGeom>
          <a:noFill/>
          <a:ln cap="flat" cmpd="sng" w="38100">
            <a:solidFill>
              <a:srgbClr val="FFC521"/>
            </a:solidFill>
            <a:prstDash val="solid"/>
            <a:round/>
            <a:headEnd len="sm" w="sm" type="none"/>
            <a:tailEnd len="sm" w="sm" type="none"/>
          </a:ln>
        </p:spPr>
      </p:cxnSp>
      <p:cxnSp>
        <p:nvCxnSpPr>
          <p:cNvPr id="58" name="Google Shape;58;p1"/>
          <p:cNvCxnSpPr/>
          <p:nvPr/>
        </p:nvCxnSpPr>
        <p:spPr>
          <a:xfrm>
            <a:off x="134871" y="6537040"/>
            <a:ext cx="6584557" cy="0"/>
          </a:xfrm>
          <a:prstGeom prst="straightConnector1">
            <a:avLst/>
          </a:prstGeom>
          <a:noFill/>
          <a:ln cap="flat" cmpd="sng" w="38100">
            <a:solidFill>
              <a:srgbClr val="FFC521"/>
            </a:solidFill>
            <a:prstDash val="solid"/>
            <a:round/>
            <a:headEnd len="sm" w="sm" type="none"/>
            <a:tailEnd len="sm" w="sm" type="none"/>
          </a:ln>
        </p:spPr>
      </p:cxnSp>
      <p:cxnSp>
        <p:nvCxnSpPr>
          <p:cNvPr id="59" name="Google Shape;59;p1"/>
          <p:cNvCxnSpPr/>
          <p:nvPr/>
        </p:nvCxnSpPr>
        <p:spPr>
          <a:xfrm rot="10800000">
            <a:off x="3352800" y="4459588"/>
            <a:ext cx="0" cy="1905000"/>
          </a:xfrm>
          <a:prstGeom prst="straightConnector1">
            <a:avLst/>
          </a:prstGeom>
          <a:noFill/>
          <a:ln cap="flat" cmpd="sng" w="38100">
            <a:solidFill>
              <a:srgbClr val="FFC521"/>
            </a:solidFill>
            <a:prstDash val="solid"/>
            <a:round/>
            <a:headEnd len="sm" w="sm" type="none"/>
            <a:tailEnd len="sm" w="sm" type="none"/>
          </a:ln>
        </p:spPr>
      </p:cxnSp>
      <p:cxnSp>
        <p:nvCxnSpPr>
          <p:cNvPr id="60" name="Google Shape;60;p1"/>
          <p:cNvCxnSpPr/>
          <p:nvPr/>
        </p:nvCxnSpPr>
        <p:spPr>
          <a:xfrm rot="10800000">
            <a:off x="3352800" y="6862222"/>
            <a:ext cx="0" cy="1905000"/>
          </a:xfrm>
          <a:prstGeom prst="straightConnector1">
            <a:avLst/>
          </a:prstGeom>
          <a:noFill/>
          <a:ln cap="flat" cmpd="sng" w="38100">
            <a:solidFill>
              <a:srgbClr val="FFC521"/>
            </a:solidFill>
            <a:prstDash val="solid"/>
            <a:round/>
            <a:headEnd len="sm" w="sm" type="none"/>
            <a:tailEnd len="sm" w="sm" type="none"/>
          </a:ln>
        </p:spPr>
      </p:cxnSp>
      <p:pic>
        <p:nvPicPr>
          <p:cNvPr id="61" name="Google Shape;61;p1"/>
          <p:cNvPicPr preferRelativeResize="0"/>
          <p:nvPr/>
        </p:nvPicPr>
        <p:blipFill rotWithShape="1">
          <a:blip r:embed="rId4">
            <a:alphaModFix/>
          </a:blip>
          <a:srcRect b="0" l="0" r="0" t="0"/>
          <a:stretch/>
        </p:blipFill>
        <p:spPr>
          <a:xfrm>
            <a:off x="83338" y="3069142"/>
            <a:ext cx="371888" cy="402371"/>
          </a:xfrm>
          <a:prstGeom prst="rect">
            <a:avLst/>
          </a:prstGeom>
          <a:noFill/>
          <a:ln>
            <a:noFill/>
          </a:ln>
        </p:spPr>
      </p:pic>
      <p:pic>
        <p:nvPicPr>
          <p:cNvPr id="62" name="Google Shape;62;p1"/>
          <p:cNvPicPr preferRelativeResize="0"/>
          <p:nvPr/>
        </p:nvPicPr>
        <p:blipFill rotWithShape="1">
          <a:blip r:embed="rId5">
            <a:alphaModFix/>
          </a:blip>
          <a:srcRect b="0" l="0" r="0" t="0"/>
          <a:stretch/>
        </p:blipFill>
        <p:spPr>
          <a:xfrm>
            <a:off x="83338" y="4574041"/>
            <a:ext cx="371888" cy="293220"/>
          </a:xfrm>
          <a:prstGeom prst="rect">
            <a:avLst/>
          </a:prstGeom>
          <a:noFill/>
          <a:ln>
            <a:noFill/>
          </a:ln>
        </p:spPr>
      </p:pic>
      <p:pic>
        <p:nvPicPr>
          <p:cNvPr id="63" name="Google Shape;63;p1"/>
          <p:cNvPicPr preferRelativeResize="0"/>
          <p:nvPr/>
        </p:nvPicPr>
        <p:blipFill rotWithShape="1">
          <a:blip r:embed="rId6">
            <a:alphaModFix/>
          </a:blip>
          <a:srcRect b="0" l="0" r="0" t="0"/>
          <a:stretch/>
        </p:blipFill>
        <p:spPr>
          <a:xfrm>
            <a:off x="3483780" y="4577581"/>
            <a:ext cx="379302" cy="347694"/>
          </a:xfrm>
          <a:prstGeom prst="rect">
            <a:avLst/>
          </a:prstGeom>
          <a:noFill/>
          <a:ln>
            <a:noFill/>
          </a:ln>
        </p:spPr>
      </p:pic>
      <p:pic>
        <p:nvPicPr>
          <p:cNvPr id="64" name="Google Shape;64;p1"/>
          <p:cNvPicPr preferRelativeResize="0"/>
          <p:nvPr/>
        </p:nvPicPr>
        <p:blipFill rotWithShape="1">
          <a:blip r:embed="rId7">
            <a:alphaModFix/>
          </a:blip>
          <a:srcRect b="0" l="0" r="0" t="0"/>
          <a:stretch/>
        </p:blipFill>
        <p:spPr>
          <a:xfrm>
            <a:off x="58494" y="6918039"/>
            <a:ext cx="421576" cy="319816"/>
          </a:xfrm>
          <a:prstGeom prst="rect">
            <a:avLst/>
          </a:prstGeom>
          <a:noFill/>
          <a:ln>
            <a:noFill/>
          </a:ln>
        </p:spPr>
      </p:pic>
      <p:pic>
        <p:nvPicPr>
          <p:cNvPr id="65" name="Google Shape;65;p1"/>
          <p:cNvPicPr preferRelativeResize="0"/>
          <p:nvPr/>
        </p:nvPicPr>
        <p:blipFill rotWithShape="1">
          <a:blip r:embed="rId8">
            <a:alphaModFix/>
          </a:blip>
          <a:srcRect b="0" l="0" r="0" t="0"/>
          <a:stretch/>
        </p:blipFill>
        <p:spPr>
          <a:xfrm>
            <a:off x="3517970" y="6926932"/>
            <a:ext cx="310923" cy="310923"/>
          </a:xfrm>
          <a:prstGeom prst="rect">
            <a:avLst/>
          </a:prstGeom>
          <a:noFill/>
          <a:ln>
            <a:noFill/>
          </a:ln>
        </p:spPr>
      </p:pic>
      <p:pic>
        <p:nvPicPr>
          <p:cNvPr id="66" name="Google Shape;66;p1"/>
          <p:cNvPicPr preferRelativeResize="0"/>
          <p:nvPr/>
        </p:nvPicPr>
        <p:blipFill rotWithShape="1">
          <a:blip r:embed="rId9">
            <a:alphaModFix/>
          </a:blip>
          <a:srcRect b="28400" l="4971" r="64531" t="23871"/>
          <a:stretch/>
        </p:blipFill>
        <p:spPr>
          <a:xfrm>
            <a:off x="279478" y="1018364"/>
            <a:ext cx="1961314" cy="1961141"/>
          </a:xfrm>
          <a:prstGeom prst="ellipse">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2022-02-14T16:56:54Z</dcterms:created>
  <dc:creator>FUA-VIRTUALIZACION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2022-02-14T00:00:00Z</vt:filetime>
  </property>
  <property fmtid="{D5CDD505-2E9C-101B-9397-08002B2CF9AE}" pid="3" name="Creator">
    <vt:lpwstr>Adobe Illustrator 24.0 (Macintosh)</vt:lpwstr>
  </property>
  <property fmtid="{D5CDD505-2E9C-101B-9397-08002B2CF9AE}" pid="4" name="LastSaved">
    <vt:filetime>2022-02-14T00:00:00Z</vt:filetime>
  </property>
</Properties>
</file>